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3" d="100"/>
          <a:sy n="83" d="100"/>
        </p:scale>
        <p:origin x="68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ACF1EF-3E7B-A2BB-55C4-21A0395B7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1BCE3C-7BFC-D1A7-AD16-6783E46867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DB423FF-92F2-6F2D-4C49-9D9540F64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EDEE-42A6-47E9-9570-C8885D5F373C}" type="datetimeFigureOut">
              <a:rPr lang="pt-PT" smtClean="0"/>
              <a:t>06/12/2022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548D8A9-6B53-F740-3E7C-8BB6E6874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35B59E2-BEBB-026A-D613-8AC3B233A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0A322-1991-4312-9598-919AACD3BCA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82158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A26995-D908-8E28-80BF-03E25C817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64906FE-22E8-F7D1-78B9-65251A2DD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C11D8BD-E947-5C1F-BF21-67B80238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EDEE-42A6-47E9-9570-C8885D5F373C}" type="datetimeFigureOut">
              <a:rPr lang="pt-PT" smtClean="0"/>
              <a:t>06/12/2022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4A474BA-D8F7-79A4-ACDF-DE284B2C5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8FB6F37-AA42-53D6-897D-E255D6F8C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0A322-1991-4312-9598-919AACD3BCA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67547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897B6F-CF5F-D180-9E52-6F71B77B0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5E71BDD-E94F-F9BC-E0AC-2F8C2C639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A5F2A86-6260-A3EF-C26E-3C89AE6AF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EDEE-42A6-47E9-9570-C8885D5F373C}" type="datetimeFigureOut">
              <a:rPr lang="pt-PT" smtClean="0"/>
              <a:t>06/12/2022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5D43778-D150-BD37-CAEC-B7A7E3719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EFC60A7-122F-2518-0F55-25BF9C70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0A322-1991-4312-9598-919AACD3BCA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47284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7B2A2-75AE-51C5-2BBC-DC59AB617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727C535-B2B8-44C0-BA97-0ADE6A6F1F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A2D58F0-5A09-0FDF-C9AB-6AC60983C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5A324F9-0606-FF75-5ACE-968B0074F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EDEE-42A6-47E9-9570-C8885D5F373C}" type="datetimeFigureOut">
              <a:rPr lang="pt-PT" smtClean="0"/>
              <a:t>06/12/2022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60CC49E-E176-BFD6-6857-B8F1CDD9E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6527D02-E798-2680-D839-849AC501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0A322-1991-4312-9598-919AACD3BCA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88598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0D34EA-2C5B-E5A5-5907-0B9751640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42FB03E-9FE6-CD42-A4DA-B8E555F4A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E910FC7D-559D-345C-A27E-4767F71FB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2AFE1F13-B45E-4077-D09B-DB56B32008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E84ED95E-71DC-743F-EA67-398674D175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6FABB563-0915-E31F-D3AA-B4AEFAD57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EDEE-42A6-47E9-9570-C8885D5F373C}" type="datetimeFigureOut">
              <a:rPr lang="pt-PT" smtClean="0"/>
              <a:t>06/12/2022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2E6F052D-FC02-5BE0-809E-E629B3E75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49746352-FDCD-986B-51E7-697D2B7B5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0A322-1991-4312-9598-919AACD3BCA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67144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CC67E-44CB-4621-69EB-E248CF353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278C9798-6055-BD19-A40A-CB1675A4B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EDEE-42A6-47E9-9570-C8885D5F373C}" type="datetimeFigureOut">
              <a:rPr lang="pt-PT" smtClean="0"/>
              <a:t>06/12/2022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D7091159-9652-AB7A-4E48-1AB831A0F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694DEE6-DE9E-2028-DF0D-7AE77FFD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0A322-1991-4312-9598-919AACD3BCA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84533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87CA165C-46F2-BFB2-E57B-5DE01EADC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EDEE-42A6-47E9-9570-C8885D5F373C}" type="datetimeFigureOut">
              <a:rPr lang="pt-PT" smtClean="0"/>
              <a:t>06/12/2022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63F7F7B3-8B29-2D85-1014-219022B69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A963E73-472B-9E1B-D678-2617A495B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0A322-1991-4312-9598-919AACD3BCA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80132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64B003-9648-1EDD-CA09-D0D1D06A2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28E45C7-E9C9-0A13-72C8-6692A769F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00EFA545-F7B5-921A-06EF-B2E680760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AAE15A5-D6CF-7C27-A6B9-F5A57624F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EDEE-42A6-47E9-9570-C8885D5F373C}" type="datetimeFigureOut">
              <a:rPr lang="pt-PT" smtClean="0"/>
              <a:t>06/12/2022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C0DE21D-72F9-9D9A-B160-6C2B8CF12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BBB467CE-3040-5080-370F-2997D5C13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0A322-1991-4312-9598-919AACD3BCA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70391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8B5F9-44CE-4F33-6A8B-A87DD2838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D2FC6186-E889-CF9B-C400-859DCF816C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8FDB54C1-983B-1158-C753-F1EED1124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3FEA38F3-DA91-711E-D896-369EE63A2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EDEE-42A6-47E9-9570-C8885D5F373C}" type="datetimeFigureOut">
              <a:rPr lang="pt-PT" smtClean="0"/>
              <a:t>06/12/2022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B2C0B5E-9D38-B33A-61EB-141810934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BC956ED4-BC00-F7C1-0DD4-38CDB00F9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0A322-1991-4312-9598-919AACD3BCA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49293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389BD9-5724-6317-34D4-704145938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6851832B-9C6E-D56B-22E8-0917E0986C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6195F5B-54C9-0665-FB9F-27DBA78E8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EDEE-42A6-47E9-9570-C8885D5F373C}" type="datetimeFigureOut">
              <a:rPr lang="pt-PT" smtClean="0"/>
              <a:t>06/12/2022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5D41A78-9DD1-54ED-0EA2-FC64068D0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5FBC92D-AE53-0271-FFE6-29F1BFE8F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0A322-1991-4312-9598-919AACD3BCA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60949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8B536E5-7F63-5229-A4E6-D47C93809E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370FB62A-B027-79AC-5517-F6DEBC87A1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622D37B-0EBA-7627-3609-3C0DDF4E8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EDEE-42A6-47E9-9570-C8885D5F373C}" type="datetimeFigureOut">
              <a:rPr lang="pt-PT" smtClean="0"/>
              <a:t>06/12/2022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5E5908F-79A2-FA7A-1266-CB161BFB9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EBC0AD8-7841-00EF-85CE-FB766212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0A322-1991-4312-9598-919AACD3BCA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0315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FC6C0FEE-6798-8196-61D3-FD118797C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72871A4-7D27-EAE0-1707-E200A9036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6FFACE4-79FC-17A5-E8E2-057CE7B872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CEDEE-42A6-47E9-9570-C8885D5F373C}" type="datetimeFigureOut">
              <a:rPr lang="pt-PT" smtClean="0"/>
              <a:t>06/12/2022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C8B7255-A1A6-4089-91F4-177A5867EE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1BA058D-AC13-021C-C064-7BE6ABD383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0A322-1991-4312-9598-919AACD3BCA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89861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5362C50A-75BD-AEAF-D060-17807D9366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3" t="17254" r="12415" b="25417"/>
          <a:stretch/>
        </p:blipFill>
        <p:spPr>
          <a:xfrm>
            <a:off x="2886075" y="-46654"/>
            <a:ext cx="9305925" cy="3829051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72C694FC-7175-DEC7-C6FA-C426DFD73B27}"/>
              </a:ext>
            </a:extLst>
          </p:cNvPr>
          <p:cNvSpPr/>
          <p:nvPr/>
        </p:nvSpPr>
        <p:spPr>
          <a:xfrm rot="5400000">
            <a:off x="6374315" y="573788"/>
            <a:ext cx="1903443" cy="973192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3DC57C2-2526-0281-11D3-B1AF150C352B}"/>
              </a:ext>
            </a:extLst>
          </p:cNvPr>
          <p:cNvSpPr txBox="1"/>
          <p:nvPr/>
        </p:nvSpPr>
        <p:spPr>
          <a:xfrm>
            <a:off x="3864331" y="4562587"/>
            <a:ext cx="69234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5400" b="1" dirty="0">
                <a:solidFill>
                  <a:schemeClr val="bg1"/>
                </a:solidFill>
                <a:latin typeface="Agency FB" panose="020B0503020202020204" pitchFamily="34" charset="0"/>
              </a:rPr>
              <a:t>“Estufa Comunitária” Automatizada</a:t>
            </a:r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D7CCCAFB-3859-08AD-14F5-C6509B874BF5}"/>
              </a:ext>
            </a:extLst>
          </p:cNvPr>
          <p:cNvGrpSpPr/>
          <p:nvPr/>
        </p:nvGrpSpPr>
        <p:grpSpPr>
          <a:xfrm>
            <a:off x="0" y="-1"/>
            <a:ext cx="2460074" cy="6858002"/>
            <a:chOff x="0" y="-1"/>
            <a:chExt cx="2460074" cy="6858002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6DA2A51F-303A-F6E9-5320-CD6D700504E0}"/>
                </a:ext>
              </a:extLst>
            </p:cNvPr>
            <p:cNvSpPr/>
            <p:nvPr/>
          </p:nvSpPr>
          <p:spPr>
            <a:xfrm>
              <a:off x="0" y="-1"/>
              <a:ext cx="1017037" cy="685800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5174CC70-DEB5-DF01-CEC1-B456058A8696}"/>
                </a:ext>
              </a:extLst>
            </p:cNvPr>
            <p:cNvSpPr/>
            <p:nvPr/>
          </p:nvSpPr>
          <p:spPr>
            <a:xfrm>
              <a:off x="1443037" y="0"/>
              <a:ext cx="1017037" cy="685800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C7EE16E-B5F6-6EEA-3595-4DC2CBA5FDB9}"/>
                </a:ext>
              </a:extLst>
            </p:cNvPr>
            <p:cNvSpPr/>
            <p:nvPr/>
          </p:nvSpPr>
          <p:spPr>
            <a:xfrm>
              <a:off x="1183384" y="0"/>
              <a:ext cx="93306" cy="685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6A81186F-5FB5-2262-F0A1-49A72A83E522}"/>
              </a:ext>
            </a:extLst>
          </p:cNvPr>
          <p:cNvGrpSpPr/>
          <p:nvPr/>
        </p:nvGrpSpPr>
        <p:grpSpPr>
          <a:xfrm>
            <a:off x="2454000" y="6578084"/>
            <a:ext cx="9738000" cy="93306"/>
            <a:chOff x="2454000" y="6578084"/>
            <a:chExt cx="9738000" cy="93306"/>
          </a:xfrm>
          <a:solidFill>
            <a:schemeClr val="accent5">
              <a:lumMod val="75000"/>
            </a:schemeClr>
          </a:solidFill>
        </p:grpSpPr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38AC085A-2D56-AC15-AF40-CE5B8BFFC6D1}"/>
                </a:ext>
              </a:extLst>
            </p:cNvPr>
            <p:cNvSpPr/>
            <p:nvPr/>
          </p:nvSpPr>
          <p:spPr>
            <a:xfrm rot="5400000">
              <a:off x="5836347" y="3195737"/>
              <a:ext cx="93306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135E088C-0105-0526-3840-3CA6C00DE21F}"/>
                </a:ext>
              </a:extLst>
            </p:cNvPr>
            <p:cNvSpPr/>
            <p:nvPr/>
          </p:nvSpPr>
          <p:spPr>
            <a:xfrm rot="5400000">
              <a:off x="8716347" y="3195737"/>
              <a:ext cx="93306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5ABF7672-3DE4-BE3D-57C7-2B3BB4A970DE}"/>
              </a:ext>
            </a:extLst>
          </p:cNvPr>
          <p:cNvGrpSpPr/>
          <p:nvPr/>
        </p:nvGrpSpPr>
        <p:grpSpPr>
          <a:xfrm>
            <a:off x="2454000" y="4208114"/>
            <a:ext cx="9738000" cy="93306"/>
            <a:chOff x="2454000" y="6578084"/>
            <a:chExt cx="9738000" cy="93306"/>
          </a:xfrm>
          <a:solidFill>
            <a:schemeClr val="accent5">
              <a:lumMod val="75000"/>
            </a:schemeClr>
          </a:solidFill>
        </p:grpSpPr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440421E2-8DB9-0C03-D6D2-5B042F157AE7}"/>
                </a:ext>
              </a:extLst>
            </p:cNvPr>
            <p:cNvSpPr/>
            <p:nvPr/>
          </p:nvSpPr>
          <p:spPr>
            <a:xfrm rot="5400000">
              <a:off x="5836347" y="3195737"/>
              <a:ext cx="93306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2" name="Retângulo 31">
              <a:extLst>
                <a:ext uri="{FF2B5EF4-FFF2-40B4-BE49-F238E27FC236}">
                  <a16:creationId xmlns:a16="http://schemas.microsoft.com/office/drawing/2014/main" id="{A9136096-3F03-A321-B43E-D56BAEF1DDF8}"/>
                </a:ext>
              </a:extLst>
            </p:cNvPr>
            <p:cNvSpPr/>
            <p:nvPr/>
          </p:nvSpPr>
          <p:spPr>
            <a:xfrm rot="5400000">
              <a:off x="8716347" y="3195737"/>
              <a:ext cx="93306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2533478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F8EDB60A-98F0-607B-D510-7FABEBE6EAA7}"/>
              </a:ext>
            </a:extLst>
          </p:cNvPr>
          <p:cNvGrpSpPr/>
          <p:nvPr/>
        </p:nvGrpSpPr>
        <p:grpSpPr>
          <a:xfrm>
            <a:off x="0" y="-1"/>
            <a:ext cx="2460074" cy="6858002"/>
            <a:chOff x="0" y="-1"/>
            <a:chExt cx="2460074" cy="6858002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BE1E7B50-58BE-04DE-77E3-5271E13FFF7F}"/>
                </a:ext>
              </a:extLst>
            </p:cNvPr>
            <p:cNvSpPr/>
            <p:nvPr/>
          </p:nvSpPr>
          <p:spPr>
            <a:xfrm>
              <a:off x="0" y="-1"/>
              <a:ext cx="1017037" cy="685800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5F4DFB8E-6EA6-EED9-4383-E7DC7DAEA018}"/>
                </a:ext>
              </a:extLst>
            </p:cNvPr>
            <p:cNvSpPr/>
            <p:nvPr/>
          </p:nvSpPr>
          <p:spPr>
            <a:xfrm>
              <a:off x="1443037" y="0"/>
              <a:ext cx="1017037" cy="685800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EDC5D3ED-4645-D04F-98FC-98C063158778}"/>
                </a:ext>
              </a:extLst>
            </p:cNvPr>
            <p:cNvSpPr/>
            <p:nvPr/>
          </p:nvSpPr>
          <p:spPr>
            <a:xfrm>
              <a:off x="1183384" y="0"/>
              <a:ext cx="93306" cy="685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FF177EAB-76F9-13E1-206F-C10848955002}"/>
              </a:ext>
            </a:extLst>
          </p:cNvPr>
          <p:cNvSpPr txBox="1"/>
          <p:nvPr/>
        </p:nvSpPr>
        <p:spPr>
          <a:xfrm>
            <a:off x="3340457" y="2994199"/>
            <a:ext cx="740850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b="1" dirty="0">
                <a:latin typeface="Agency FB" panose="020B0503020202020204" pitchFamily="34" charset="0"/>
              </a:rPr>
              <a:t>Estufas Inteligentes: </a:t>
            </a:r>
            <a:r>
              <a:rPr lang="pt-PT" sz="2000" dirty="0">
                <a:latin typeface="Agency FB" panose="020B0503020202020204" pitchFamily="34" charset="0"/>
              </a:rPr>
              <a:t>Rega automática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>
              <a:latin typeface="Agency FB" panose="020B05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b="1" dirty="0">
                <a:latin typeface="Agency FB" panose="020B0503020202020204" pitchFamily="34" charset="0"/>
              </a:rPr>
              <a:t>Economização de Espaço: </a:t>
            </a:r>
            <a:r>
              <a:rPr lang="pt-PT" sz="2000" dirty="0">
                <a:latin typeface="Agency FB" panose="020B0503020202020204" pitchFamily="34" charset="0"/>
              </a:rPr>
              <a:t>Montagem das estufas nos telhados dos prédios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>
              <a:latin typeface="Agency FB" panose="020B05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b="1" dirty="0">
                <a:latin typeface="Agency FB" panose="020B0503020202020204" pitchFamily="34" charset="0"/>
              </a:rPr>
              <a:t>Poupança no Consumo de Água: </a:t>
            </a:r>
            <a:r>
              <a:rPr lang="pt-PT" sz="2000" dirty="0">
                <a:latin typeface="Agency FB" panose="020B0503020202020204" pitchFamily="34" charset="0"/>
              </a:rPr>
              <a:t>Aproveitamento da água das chuvas e sistema de rega gota-a-gota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>
              <a:latin typeface="Agency FB" panose="020B05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b="1" dirty="0">
                <a:latin typeface="Agency FB" panose="020B0503020202020204" pitchFamily="34" charset="0"/>
              </a:rPr>
              <a:t>Poupança no Consumo de Energia: </a:t>
            </a:r>
            <a:r>
              <a:rPr lang="pt-PT" sz="2000" dirty="0">
                <a:latin typeface="Agency FB" panose="020B0503020202020204" pitchFamily="34" charset="0"/>
              </a:rPr>
              <a:t>Arduino alimentado por energia solar</a:t>
            </a:r>
          </a:p>
          <a:p>
            <a:endParaRPr lang="pt-PT" sz="2000" dirty="0">
              <a:latin typeface="Agency FB" panose="020B05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b="1" dirty="0">
                <a:latin typeface="Agency FB" panose="020B0503020202020204" pitchFamily="34" charset="0"/>
              </a:rPr>
              <a:t>Dados de Temperatura e Humidade do Solo em Tempo Real: </a:t>
            </a:r>
            <a:r>
              <a:rPr lang="pt-PT" sz="2000" dirty="0">
                <a:latin typeface="Agency FB" panose="020B0503020202020204" pitchFamily="34" charset="0"/>
              </a:rPr>
              <a:t>Sensores de humidade do solo e de temperatura ligados a um ecrã LCD</a:t>
            </a:r>
          </a:p>
          <a:p>
            <a:endParaRPr lang="pt-PT" sz="2000" dirty="0">
              <a:latin typeface="Agency FB" panose="020B05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155E553-65C7-8575-EA82-B7D424E61A8D}"/>
              </a:ext>
            </a:extLst>
          </p:cNvPr>
          <p:cNvSpPr/>
          <p:nvPr/>
        </p:nvSpPr>
        <p:spPr>
          <a:xfrm rot="5400000">
            <a:off x="6374314" y="-3531681"/>
            <a:ext cx="1903443" cy="973192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9D29B99-B315-26BB-A386-D35597AAEDAE}"/>
              </a:ext>
            </a:extLst>
          </p:cNvPr>
          <p:cNvSpPr txBox="1"/>
          <p:nvPr/>
        </p:nvSpPr>
        <p:spPr>
          <a:xfrm>
            <a:off x="4772608" y="780285"/>
            <a:ext cx="545840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6600" dirty="0">
                <a:solidFill>
                  <a:schemeClr val="bg1"/>
                </a:solidFill>
                <a:latin typeface="Agency FB" panose="020B0503020202020204" pitchFamily="34" charset="0"/>
              </a:rPr>
              <a:t>A NOSSA PROPOSTA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AC29D91B-8586-F842-80C7-33440B11A061}"/>
              </a:ext>
            </a:extLst>
          </p:cNvPr>
          <p:cNvGrpSpPr/>
          <p:nvPr/>
        </p:nvGrpSpPr>
        <p:grpSpPr>
          <a:xfrm>
            <a:off x="2454000" y="144628"/>
            <a:ext cx="9738000" cy="93306"/>
            <a:chOff x="2454000" y="6578084"/>
            <a:chExt cx="9738000" cy="93306"/>
          </a:xfrm>
          <a:solidFill>
            <a:schemeClr val="accent5">
              <a:lumMod val="75000"/>
            </a:schemeClr>
          </a:solidFill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4D22B2AC-57E0-1BDC-07F0-DCEFD5916640}"/>
                </a:ext>
              </a:extLst>
            </p:cNvPr>
            <p:cNvSpPr/>
            <p:nvPr/>
          </p:nvSpPr>
          <p:spPr>
            <a:xfrm rot="5400000">
              <a:off x="5836347" y="3195737"/>
              <a:ext cx="93306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663BD007-DD8C-5183-6FD9-60454580867C}"/>
                </a:ext>
              </a:extLst>
            </p:cNvPr>
            <p:cNvSpPr/>
            <p:nvPr/>
          </p:nvSpPr>
          <p:spPr>
            <a:xfrm rot="5400000">
              <a:off x="8716347" y="3195737"/>
              <a:ext cx="93306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662B1CA8-554C-567F-57A7-C5CAAA60A7E4}"/>
              </a:ext>
            </a:extLst>
          </p:cNvPr>
          <p:cNvGrpSpPr/>
          <p:nvPr/>
        </p:nvGrpSpPr>
        <p:grpSpPr>
          <a:xfrm>
            <a:off x="2454000" y="2430626"/>
            <a:ext cx="9738000" cy="93306"/>
            <a:chOff x="2454000" y="6578084"/>
            <a:chExt cx="9738000" cy="93306"/>
          </a:xfrm>
          <a:solidFill>
            <a:schemeClr val="accent5">
              <a:lumMod val="75000"/>
            </a:schemeClr>
          </a:solidFill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EFAE74DC-E7FC-48BD-8790-4074CE0A90AE}"/>
                </a:ext>
              </a:extLst>
            </p:cNvPr>
            <p:cNvSpPr/>
            <p:nvPr/>
          </p:nvSpPr>
          <p:spPr>
            <a:xfrm rot="5400000">
              <a:off x="5836347" y="3195737"/>
              <a:ext cx="93306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E920419C-02DD-EC0C-766E-6060BB0FF23A}"/>
                </a:ext>
              </a:extLst>
            </p:cNvPr>
            <p:cNvSpPr/>
            <p:nvPr/>
          </p:nvSpPr>
          <p:spPr>
            <a:xfrm rot="5400000">
              <a:off x="8716347" y="3195737"/>
              <a:ext cx="93306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8415711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75</Words>
  <Application>Microsoft Office PowerPoint</Application>
  <PresentationFormat>Ecrã Panorâmico</PresentationFormat>
  <Paragraphs>11</Paragraphs>
  <Slides>2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</vt:i4>
      </vt:variant>
    </vt:vector>
  </HeadingPairs>
  <TitlesOfParts>
    <vt:vector size="7" baseType="lpstr">
      <vt:lpstr>Agency FB</vt:lpstr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Sérgio Marques</dc:creator>
  <cp:lastModifiedBy>Sérgio Marques</cp:lastModifiedBy>
  <cp:revision>1</cp:revision>
  <dcterms:created xsi:type="dcterms:W3CDTF">2022-12-06T15:16:57Z</dcterms:created>
  <dcterms:modified xsi:type="dcterms:W3CDTF">2022-12-06T16:07:42Z</dcterms:modified>
</cp:coreProperties>
</file>